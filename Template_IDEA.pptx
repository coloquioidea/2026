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fg3RQ7jNo78l13dyD5TpSjWBM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ea90282f8d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ea90282f8d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ea90282f8d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ea90282f8d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5"/>
          <p:cNvPicPr preferRelativeResize="0"/>
          <p:nvPr/>
        </p:nvPicPr>
        <p:blipFill rotWithShape="1">
          <a:blip r:embed="rId2">
            <a:alphaModFix/>
          </a:blip>
          <a:srcRect b="32018" l="0" r="0" t="26147"/>
          <a:stretch/>
        </p:blipFill>
        <p:spPr>
          <a:xfrm>
            <a:off x="193432" y="360731"/>
            <a:ext cx="3030215" cy="950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4891" y="5729324"/>
            <a:ext cx="1017212" cy="762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5" title="LogoCRGS-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7053" y="5777856"/>
            <a:ext cx="908223" cy="66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5" title="Screenshot 2025-05-20 at 4.51.31 p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67975" y="0"/>
            <a:ext cx="1224026" cy="61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6" title="Screenshot 2025-05-20 at 4.51.31 p.m.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1075" y="-28350"/>
            <a:ext cx="1184949" cy="5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 txBox="1"/>
          <p:nvPr/>
        </p:nvSpPr>
        <p:spPr>
          <a:xfrm>
            <a:off x="433999" y="2445543"/>
            <a:ext cx="8938601" cy="1151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i="0" lang="es-MX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Título de Ponencia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433999" y="3715239"/>
            <a:ext cx="89385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s-MX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Ponente*1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Escuela / Departamento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*Correo corresponsal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Ponente*2 (en caso de haber, sino omitir)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Escuela / Departamento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*Correo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2025-05-15T17:50:50Z</dcterms:created>
  <dc:creator>Cristobal Rodolfo Guerra Támez</dc:creator>
</cp:coreProperties>
</file>